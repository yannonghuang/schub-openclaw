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67"/>
    <p:restoredTop sz="87823"/>
  </p:normalViewPr>
  <p:slideViewPr>
    <p:cSldViewPr snapToGrid="0">
      <p:cViewPr varScale="1">
        <p:scale>
          <a:sx n="112" d="100"/>
          <a:sy n="112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800FBA-AC49-2849-BDEC-7B1E86DFA38B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1ABA56-C4F8-2043-8278-01E9F67AD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86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1ABA56-C4F8-2043-8278-01E9F67ADAE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49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DB36-8FC0-9FCF-CB13-AAE705D0F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8D691-A30A-E638-A038-3922C62C2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B2FE7-2217-1F58-C94F-6F2D1B5EE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52D34-413E-19FB-9978-93917BA05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A567E-D00C-A761-5712-1D980656B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6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2998D-111A-B5B7-F6F3-7525678A7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9D943-5554-0ADE-126D-7132D11B1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A6CB1-37C2-96E0-561D-12D93455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B8175-2312-86BC-FE19-402ED6CB4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36C64-B539-1919-716A-FD85E1C2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43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FC2ED-DB58-EDE2-7091-13D0C6B21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F5D10-7AC1-D548-CD58-2153FDFF2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8A491-3F10-1643-7C85-9404B0D5E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9CFBC-D74D-214C-A8D9-0614C376E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F0CAF-3776-C459-5501-19C6F943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88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CA2EE-7F33-82F2-2EAC-2A23A0788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E9085-A48F-47DE-7F72-DA581AA95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8CB76-9E39-1E56-0EA9-3C07B104E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A77B1-AD63-BC11-7406-0F86B151F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C52A6-ACE5-A5A1-6E16-DBC155865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07364-48B7-ED2A-A6F7-90C284E9D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95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2F8C-818F-1023-A9AB-6AC744D7A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4A30E-29D5-3DE9-E319-DB068A26E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7261F-8C32-D403-13BE-ADB740A1F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0143F-9390-8DA9-BAFF-A5F8DB2EF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9AC672-7D05-7CFF-3968-3DFDB3CD9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EE750B-449E-AC4D-F9B9-15BC0FD28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7CE054-7774-87B4-3D35-4894D667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FE8CE-284E-2FE9-9287-22F96AF9B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08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A319-1D35-C384-1C18-058F40622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6F807F-F585-89BE-4C12-ADFBC594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4C568-792E-8ED2-A5F6-619447BF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9D50A-BDBB-8351-CBC9-EE787F0D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8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FF281-7CB7-55FA-E76C-4D2DA34F3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DCC557-0E86-4735-C55C-073B5D6A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FC31B-7E02-B11E-EA89-C0C02656F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9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365FE-A723-DD31-4C99-ED7018115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D4E15-566A-966C-E0D8-0693A3680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34C0C-6831-ADD8-5CED-6A2F87929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FA168-EDEF-AFBD-BBB3-406DFCF9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B99E8-B0A8-2282-C3E2-C766BC5DD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D34AB-63E9-54C8-27C8-2E8AD249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27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99E61-2E8D-743E-3756-915DC46C8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C5F9AF-ABA2-1783-002E-13263AAF28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AE5ED-BFD7-7ABA-CA83-4D5CFAF11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902A2-D4D5-0863-0DB2-1CFB5F864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A1567-020B-BC7E-848A-4B6FD3AF5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3C0E0-D4DC-DDBE-072D-13339CC17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38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E8045-D857-B343-2F3B-72FB84E1F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C43B5-26FD-1196-4903-EB976F80C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7B689-75BD-ADBB-169D-16EA1F601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E5F8B-EEEC-9C19-9BFE-3838D6F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FADB0-2893-0096-F65D-9D0B4DF3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29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8A15F-6FFA-47CA-4185-B2B4C810B0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82C73-DE80-394F-2F36-B10780834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26F57-0988-A031-8848-80074BFF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6740D-B5E8-E480-B230-1E841E17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812FF-E4E6-3FEE-3B87-0049D3BC6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4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3BD49-DE3A-16A6-B564-27337C79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BBC37-F911-3C34-F0A4-4DBB72E10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AA897-ADBD-678E-B3FE-775C6EAC3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AC01E6-7D67-744B-A9B5-351F18CCB29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64BFD-8277-0521-DB9E-FEA0110D8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FEC05-4FA1-0785-586C-127851E37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01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DCDF-B912-D999-ED6D-647E2034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EB0FF21-3F96-59BC-1D46-BB26EA3C2FDD}"/>
              </a:ext>
            </a:extLst>
          </p:cNvPr>
          <p:cNvSpPr/>
          <p:nvPr/>
        </p:nvSpPr>
        <p:spPr>
          <a:xfrm>
            <a:off x="7132919" y="4735876"/>
            <a:ext cx="4841512" cy="42864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418AD9E-E87C-F176-3FFE-BB680729ECCE}"/>
              </a:ext>
            </a:extLst>
          </p:cNvPr>
          <p:cNvSpPr/>
          <p:nvPr/>
        </p:nvSpPr>
        <p:spPr>
          <a:xfrm>
            <a:off x="2006679" y="5545774"/>
            <a:ext cx="6392219" cy="130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19510B6-D06D-408D-F800-CFF2BC5B55EF}"/>
              </a:ext>
            </a:extLst>
          </p:cNvPr>
          <p:cNvSpPr/>
          <p:nvPr/>
        </p:nvSpPr>
        <p:spPr>
          <a:xfrm>
            <a:off x="0" y="1100260"/>
            <a:ext cx="12086898" cy="41605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5B87865-4744-BDAC-92FA-1DD60B9D2769}"/>
              </a:ext>
            </a:extLst>
          </p:cNvPr>
          <p:cNvSpPr/>
          <p:nvPr/>
        </p:nvSpPr>
        <p:spPr>
          <a:xfrm>
            <a:off x="66788" y="3776217"/>
            <a:ext cx="11907643" cy="91073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AAD824B7-9268-D3A1-3D4D-F5D159484A22}"/>
              </a:ext>
            </a:extLst>
          </p:cNvPr>
          <p:cNvCxnSpPr>
            <a:cxnSpLocks/>
          </p:cNvCxnSpPr>
          <p:nvPr/>
        </p:nvCxnSpPr>
        <p:spPr>
          <a:xfrm rot="5400000">
            <a:off x="10408591" y="2420390"/>
            <a:ext cx="2859005" cy="143983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5D9BCA1-1F45-4CA0-9DF2-F4F210DC2CF7}"/>
              </a:ext>
            </a:extLst>
          </p:cNvPr>
          <p:cNvSpPr/>
          <p:nvPr/>
        </p:nvSpPr>
        <p:spPr>
          <a:xfrm>
            <a:off x="6753687" y="1274279"/>
            <a:ext cx="4932890" cy="228232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7D84BD6-700E-EC75-7CF0-E65F28102040}"/>
              </a:ext>
            </a:extLst>
          </p:cNvPr>
          <p:cNvSpPr/>
          <p:nvPr/>
        </p:nvSpPr>
        <p:spPr>
          <a:xfrm>
            <a:off x="6868301" y="1366602"/>
            <a:ext cx="4773265" cy="12197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EACC2C-F5DE-5EAF-824E-E16CF457B9C1}"/>
              </a:ext>
            </a:extLst>
          </p:cNvPr>
          <p:cNvSpPr/>
          <p:nvPr/>
        </p:nvSpPr>
        <p:spPr>
          <a:xfrm>
            <a:off x="7971539" y="1413752"/>
            <a:ext cx="2072656" cy="49924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Pattern Recognition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A8663D-B855-21AA-BBED-4372FA85E956}"/>
              </a:ext>
            </a:extLst>
          </p:cNvPr>
          <p:cNvSpPr/>
          <p:nvPr/>
        </p:nvSpPr>
        <p:spPr>
          <a:xfrm>
            <a:off x="7570187" y="1969635"/>
            <a:ext cx="3242295" cy="49924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Causality LLM </a:t>
            </a:r>
            <a:r>
              <a:rPr lang="en-US" sz="1400" dirty="0"/>
              <a:t>(e.g., tariff vs demand, port closed vs delivery delay)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DB14B04-529F-D388-EF47-CA87441A018C}"/>
              </a:ext>
            </a:extLst>
          </p:cNvPr>
          <p:cNvSpPr/>
          <p:nvPr/>
        </p:nvSpPr>
        <p:spPr>
          <a:xfrm>
            <a:off x="6868302" y="2648713"/>
            <a:ext cx="4773263" cy="79304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12BF27-0E56-9B42-36D6-F9CC0EF4467F}"/>
              </a:ext>
            </a:extLst>
          </p:cNvPr>
          <p:cNvSpPr txBox="1"/>
          <p:nvPr/>
        </p:nvSpPr>
        <p:spPr>
          <a:xfrm>
            <a:off x="6852153" y="2804450"/>
            <a:ext cx="490230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{Source: Tariff, Product: TR-S900, Impact: demand slashed 50%}</a:t>
            </a:r>
          </a:p>
          <a:p>
            <a:r>
              <a:rPr lang="en-US" sz="1000" dirty="0"/>
              <a:t>{Source: Typhon, Location: Shanghai, Impact : raw supply delayed 10 days}</a:t>
            </a:r>
          </a:p>
          <a:p>
            <a:r>
              <a:rPr lang="en-US" sz="1000" dirty="0"/>
              <a:t>{Source: Supplier, Product: UV-K100, Location: TW, Impact : delivery delayed 20 days}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9C84B6-5CDD-CD85-3777-A247F6B438C5}"/>
              </a:ext>
            </a:extLst>
          </p:cNvPr>
          <p:cNvSpPr/>
          <p:nvPr/>
        </p:nvSpPr>
        <p:spPr>
          <a:xfrm>
            <a:off x="2629959" y="3907932"/>
            <a:ext cx="9288529" cy="4571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356BFC-8313-F0B8-90DC-391BB7F86928}"/>
              </a:ext>
            </a:extLst>
          </p:cNvPr>
          <p:cNvSpPr txBox="1"/>
          <p:nvPr/>
        </p:nvSpPr>
        <p:spPr>
          <a:xfrm>
            <a:off x="1478822" y="3808050"/>
            <a:ext cx="14835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Global inbound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5320C20-B467-4175-1133-F3EA0604CC9E}"/>
              </a:ext>
            </a:extLst>
          </p:cNvPr>
          <p:cNvSpPr/>
          <p:nvPr/>
        </p:nvSpPr>
        <p:spPr>
          <a:xfrm flipV="1">
            <a:off x="2625796" y="4133487"/>
            <a:ext cx="9288529" cy="4571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207781-145C-7BEE-34EC-B2E85EDCBD98}"/>
              </a:ext>
            </a:extLst>
          </p:cNvPr>
          <p:cNvSpPr txBox="1"/>
          <p:nvPr/>
        </p:nvSpPr>
        <p:spPr>
          <a:xfrm>
            <a:off x="1371642" y="4043812"/>
            <a:ext cx="1539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Global outbound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09FDF88-DD02-B5AE-FE4A-4E616EAC0284}"/>
              </a:ext>
            </a:extLst>
          </p:cNvPr>
          <p:cNvCxnSpPr>
            <a:cxnSpLocks/>
          </p:cNvCxnSpPr>
          <p:nvPr/>
        </p:nvCxnSpPr>
        <p:spPr>
          <a:xfrm flipV="1">
            <a:off x="8051063" y="3573761"/>
            <a:ext cx="0" cy="328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C36683B8-CCD5-F8C1-078D-E6CE193CA6E7}"/>
              </a:ext>
            </a:extLst>
          </p:cNvPr>
          <p:cNvSpPr/>
          <p:nvPr/>
        </p:nvSpPr>
        <p:spPr>
          <a:xfrm>
            <a:off x="2614038" y="4338242"/>
            <a:ext cx="9300288" cy="4571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51314B-6FC2-4C8A-A449-CF33D2EAD99F}"/>
              </a:ext>
            </a:extLst>
          </p:cNvPr>
          <p:cNvSpPr txBox="1"/>
          <p:nvPr/>
        </p:nvSpPr>
        <p:spPr>
          <a:xfrm>
            <a:off x="1304363" y="4232534"/>
            <a:ext cx="137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Business Inbound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BDF595D-865E-7D54-3A7E-88A5FA489C74}"/>
              </a:ext>
            </a:extLst>
          </p:cNvPr>
          <p:cNvSpPr txBox="1"/>
          <p:nvPr/>
        </p:nvSpPr>
        <p:spPr>
          <a:xfrm>
            <a:off x="4049086" y="158685"/>
            <a:ext cx="35541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SCIN Architecture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5B8C69A-709F-FD63-F063-120779D2ADA0}"/>
              </a:ext>
            </a:extLst>
          </p:cNvPr>
          <p:cNvCxnSpPr>
            <a:cxnSpLocks/>
          </p:cNvCxnSpPr>
          <p:nvPr/>
        </p:nvCxnSpPr>
        <p:spPr>
          <a:xfrm>
            <a:off x="9614650" y="3556604"/>
            <a:ext cx="0" cy="576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03E9E90-D974-4E6B-7906-554EFD69FC8E}"/>
              </a:ext>
            </a:extLst>
          </p:cNvPr>
          <p:cNvGrpSpPr/>
          <p:nvPr/>
        </p:nvGrpSpPr>
        <p:grpSpPr>
          <a:xfrm>
            <a:off x="10268407" y="1327"/>
            <a:ext cx="1818491" cy="1077218"/>
            <a:chOff x="10268407" y="173215"/>
            <a:chExt cx="1818491" cy="1226382"/>
          </a:xfrm>
        </p:grpSpPr>
        <p:sp>
          <p:nvSpPr>
            <p:cNvPr id="40" name="Folded Corner 39">
              <a:extLst>
                <a:ext uri="{FF2B5EF4-FFF2-40B4-BE49-F238E27FC236}">
                  <a16:creationId xmlns:a16="http://schemas.microsoft.com/office/drawing/2014/main" id="{ED2671FD-0B3C-F503-1400-A6FCE4B800A8}"/>
                </a:ext>
              </a:extLst>
            </p:cNvPr>
            <p:cNvSpPr/>
            <p:nvPr/>
          </p:nvSpPr>
          <p:spPr>
            <a:xfrm>
              <a:off x="10268407" y="192124"/>
              <a:ext cx="1818491" cy="1170729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0D62A53-554A-F193-F497-8B7D00A3B276}"/>
                </a:ext>
              </a:extLst>
            </p:cNvPr>
            <p:cNvSpPr txBox="1"/>
            <p:nvPr/>
          </p:nvSpPr>
          <p:spPr>
            <a:xfrm>
              <a:off x="10268407" y="173215"/>
              <a:ext cx="1818491" cy="1226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/>
                <a:t>Global Events: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gov. bulletin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weather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social media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03D839C-6039-66CF-C2A1-057FB5EC6B33}"/>
              </a:ext>
            </a:extLst>
          </p:cNvPr>
          <p:cNvSpPr/>
          <p:nvPr/>
        </p:nvSpPr>
        <p:spPr>
          <a:xfrm>
            <a:off x="2625796" y="4553256"/>
            <a:ext cx="9288530" cy="4571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E93796-373C-C339-C9D8-17006771CD18}"/>
              </a:ext>
            </a:extLst>
          </p:cNvPr>
          <p:cNvSpPr txBox="1"/>
          <p:nvPr/>
        </p:nvSpPr>
        <p:spPr>
          <a:xfrm>
            <a:off x="1184215" y="4410903"/>
            <a:ext cx="1600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Business Outbound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7E96E9A-FE37-4B87-DDF1-B5AEA29CFFB4}"/>
              </a:ext>
            </a:extLst>
          </p:cNvPr>
          <p:cNvSpPr/>
          <p:nvPr/>
        </p:nvSpPr>
        <p:spPr>
          <a:xfrm>
            <a:off x="105101" y="1266574"/>
            <a:ext cx="6552957" cy="229998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D665DF6-A1C2-688C-6BC2-C6DC35B20C42}"/>
              </a:ext>
            </a:extLst>
          </p:cNvPr>
          <p:cNvSpPr/>
          <p:nvPr/>
        </p:nvSpPr>
        <p:spPr>
          <a:xfrm>
            <a:off x="219495" y="1306486"/>
            <a:ext cx="2124173" cy="134128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FFDBAF8-0E1E-A0EE-991F-7F68ECF2AEC6}"/>
              </a:ext>
            </a:extLst>
          </p:cNvPr>
          <p:cNvSpPr txBox="1"/>
          <p:nvPr/>
        </p:nvSpPr>
        <p:spPr>
          <a:xfrm>
            <a:off x="415958" y="1328545"/>
            <a:ext cx="113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 Agents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935185E-6486-9F38-DC7D-4DF9AEDFA0D2}"/>
              </a:ext>
            </a:extLst>
          </p:cNvPr>
          <p:cNvSpPr/>
          <p:nvPr/>
        </p:nvSpPr>
        <p:spPr>
          <a:xfrm>
            <a:off x="2614038" y="1319309"/>
            <a:ext cx="1563841" cy="132846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6E5D524-6384-F7B1-E971-585418223588}"/>
              </a:ext>
            </a:extLst>
          </p:cNvPr>
          <p:cNvSpPr txBox="1"/>
          <p:nvPr/>
        </p:nvSpPr>
        <p:spPr>
          <a:xfrm>
            <a:off x="2919913" y="1280164"/>
            <a:ext cx="882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Tooling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B535C38-8C8D-3771-DE8C-287B67C0B199}"/>
              </a:ext>
            </a:extLst>
          </p:cNvPr>
          <p:cNvSpPr/>
          <p:nvPr/>
        </p:nvSpPr>
        <p:spPr>
          <a:xfrm>
            <a:off x="2629959" y="2105442"/>
            <a:ext cx="906559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MCP client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017D2E0-9717-74BE-5445-B7ECD2D5BE67}"/>
              </a:ext>
            </a:extLst>
          </p:cNvPr>
          <p:cNvCxnSpPr>
            <a:cxnSpLocks/>
          </p:cNvCxnSpPr>
          <p:nvPr/>
        </p:nvCxnSpPr>
        <p:spPr>
          <a:xfrm flipV="1">
            <a:off x="3062237" y="3573761"/>
            <a:ext cx="0" cy="202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D6B1E65-3363-8526-1804-0AB9A8103BB6}"/>
              </a:ext>
            </a:extLst>
          </p:cNvPr>
          <p:cNvSpPr/>
          <p:nvPr/>
        </p:nvSpPr>
        <p:spPr>
          <a:xfrm>
            <a:off x="1911485" y="5415246"/>
            <a:ext cx="6392219" cy="130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44569D4-56AA-A4BC-DAF4-A7D74ACCA7C3}"/>
              </a:ext>
            </a:extLst>
          </p:cNvPr>
          <p:cNvSpPr/>
          <p:nvPr/>
        </p:nvSpPr>
        <p:spPr>
          <a:xfrm>
            <a:off x="2125308" y="5486337"/>
            <a:ext cx="1616876" cy="11668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MCP-Wrapped Supply Chain Engine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82A9E71-A9AA-0B2E-5402-7BD97603774A}"/>
              </a:ext>
            </a:extLst>
          </p:cNvPr>
          <p:cNvGrpSpPr/>
          <p:nvPr/>
        </p:nvGrpSpPr>
        <p:grpSpPr>
          <a:xfrm>
            <a:off x="6092777" y="5624274"/>
            <a:ext cx="1818491" cy="1002628"/>
            <a:chOff x="10268407" y="173215"/>
            <a:chExt cx="1818491" cy="1189638"/>
          </a:xfrm>
        </p:grpSpPr>
        <p:sp>
          <p:nvSpPr>
            <p:cNvPr id="54" name="Folded Corner 53">
              <a:extLst>
                <a:ext uri="{FF2B5EF4-FFF2-40B4-BE49-F238E27FC236}">
                  <a16:creationId xmlns:a16="http://schemas.microsoft.com/office/drawing/2014/main" id="{7E1CA9C1-2B2F-A26B-C286-491D04BDB2DC}"/>
                </a:ext>
              </a:extLst>
            </p:cNvPr>
            <p:cNvSpPr/>
            <p:nvPr/>
          </p:nvSpPr>
          <p:spPr>
            <a:xfrm>
              <a:off x="10268407" y="192124"/>
              <a:ext cx="1818491" cy="1170729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EC356E1-E3C4-0B1B-1269-68F45FC48A48}"/>
                </a:ext>
              </a:extLst>
            </p:cNvPr>
            <p:cNvSpPr txBox="1"/>
            <p:nvPr/>
          </p:nvSpPr>
          <p:spPr>
            <a:xfrm>
              <a:off x="10268407" y="173215"/>
              <a:ext cx="1818491" cy="10955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Local Events: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shopfloor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support</a:t>
              </a:r>
            </a:p>
          </p:txBody>
        </p:sp>
      </p:grpSp>
      <p:sp>
        <p:nvSpPr>
          <p:cNvPr id="91" name="Oval 90">
            <a:extLst>
              <a:ext uri="{FF2B5EF4-FFF2-40B4-BE49-F238E27FC236}">
                <a16:creationId xmlns:a16="http://schemas.microsoft.com/office/drawing/2014/main" id="{A761333B-ADC8-DBB5-8B34-F060BBCF11E1}"/>
              </a:ext>
            </a:extLst>
          </p:cNvPr>
          <p:cNvSpPr/>
          <p:nvPr/>
        </p:nvSpPr>
        <p:spPr>
          <a:xfrm>
            <a:off x="4084448" y="5649769"/>
            <a:ext cx="15471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MCP-Wrapped Legacy System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7C34ABBA-0442-E3A8-FF0B-BC67841E0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840" y="1318209"/>
            <a:ext cx="2323475" cy="2178958"/>
          </a:xfrm>
          <a:prstGeom prst="rect">
            <a:avLst/>
          </a:prstGeom>
        </p:spPr>
      </p:pic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078EFF6-D2EF-92A2-1DCF-44D9022FDAED}"/>
              </a:ext>
            </a:extLst>
          </p:cNvPr>
          <p:cNvCxnSpPr>
            <a:cxnSpLocks/>
            <a:stCxn id="63" idx="3"/>
            <a:endCxn id="75" idx="1"/>
          </p:cNvCxnSpPr>
          <p:nvPr/>
        </p:nvCxnSpPr>
        <p:spPr>
          <a:xfrm>
            <a:off x="2343668" y="1977128"/>
            <a:ext cx="270370" cy="6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C12A5275-9875-E8BB-450F-2C7002E3DB3B}"/>
              </a:ext>
            </a:extLst>
          </p:cNvPr>
          <p:cNvCxnSpPr>
            <a:cxnSpLocks/>
          </p:cNvCxnSpPr>
          <p:nvPr/>
        </p:nvCxnSpPr>
        <p:spPr>
          <a:xfrm>
            <a:off x="3400237" y="3576848"/>
            <a:ext cx="0" cy="774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6B372002-F8E8-1C5A-BF64-F4F20C0EB664}"/>
              </a:ext>
            </a:extLst>
          </p:cNvPr>
          <p:cNvSpPr txBox="1"/>
          <p:nvPr/>
        </p:nvSpPr>
        <p:spPr>
          <a:xfrm>
            <a:off x="-53795" y="709213"/>
            <a:ext cx="2480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Cloud-Deployed SCIN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FED2FA9-14EC-D0DD-C5C1-A59006E70F19}"/>
              </a:ext>
            </a:extLst>
          </p:cNvPr>
          <p:cNvSpPr txBox="1"/>
          <p:nvPr/>
        </p:nvSpPr>
        <p:spPr>
          <a:xfrm>
            <a:off x="305489" y="5894283"/>
            <a:ext cx="1586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Business XYZ</a:t>
            </a:r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26F6053E-8C18-D488-186A-650DDCB31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135" y="2716464"/>
            <a:ext cx="3983744" cy="780703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A07E5748-A52F-DEE6-AEFF-0BE2AE7D0117}"/>
              </a:ext>
            </a:extLst>
          </p:cNvPr>
          <p:cNvSpPr txBox="1"/>
          <p:nvPr/>
        </p:nvSpPr>
        <p:spPr>
          <a:xfrm>
            <a:off x="194095" y="2944405"/>
            <a:ext cx="1056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Global</a:t>
            </a:r>
          </a:p>
          <a:p>
            <a:r>
              <a:rPr lang="en-US" dirty="0"/>
              <a:t>Network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8D5E78E-4933-380C-B0EB-829D3B797526}"/>
              </a:ext>
            </a:extLst>
          </p:cNvPr>
          <p:cNvSpPr txBox="1"/>
          <p:nvPr/>
        </p:nvSpPr>
        <p:spPr>
          <a:xfrm>
            <a:off x="4965043" y="1228143"/>
            <a:ext cx="746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Audit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1D53B9-48A8-C6E1-B1AA-FFC226A30ED6}"/>
              </a:ext>
            </a:extLst>
          </p:cNvPr>
          <p:cNvSpPr txBox="1"/>
          <p:nvPr/>
        </p:nvSpPr>
        <p:spPr>
          <a:xfrm>
            <a:off x="1421157" y="1384107"/>
            <a:ext cx="9546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Master/Sub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EC3E854-8B53-040C-E4B3-98B46579C446}"/>
              </a:ext>
            </a:extLst>
          </p:cNvPr>
          <p:cNvSpPr/>
          <p:nvPr/>
        </p:nvSpPr>
        <p:spPr>
          <a:xfrm>
            <a:off x="3297262" y="2177837"/>
            <a:ext cx="880618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MCP client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BFC08F9-7C6C-1D6E-AEBA-65DCCEBA3CC8}"/>
              </a:ext>
            </a:extLst>
          </p:cNvPr>
          <p:cNvCxnSpPr>
            <a:cxnSpLocks/>
            <a:stCxn id="75" idx="1"/>
            <a:endCxn id="75" idx="3"/>
          </p:cNvCxnSpPr>
          <p:nvPr/>
        </p:nvCxnSpPr>
        <p:spPr>
          <a:xfrm>
            <a:off x="2614038" y="1983539"/>
            <a:ext cx="15638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32CEE6C7-2FB8-15A3-F052-8082BFA2E547}"/>
              </a:ext>
            </a:extLst>
          </p:cNvPr>
          <p:cNvSpPr/>
          <p:nvPr/>
        </p:nvSpPr>
        <p:spPr>
          <a:xfrm>
            <a:off x="2680328" y="1636734"/>
            <a:ext cx="680549" cy="2785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local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4F0FF83-551E-3813-EA6B-A7F1BCA686A7}"/>
              </a:ext>
            </a:extLst>
          </p:cNvPr>
          <p:cNvSpPr/>
          <p:nvPr/>
        </p:nvSpPr>
        <p:spPr>
          <a:xfrm>
            <a:off x="3244629" y="1634627"/>
            <a:ext cx="680549" cy="2785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local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9DE18D6-D2F2-AC64-AC06-AD32FBC6ED73}"/>
              </a:ext>
            </a:extLst>
          </p:cNvPr>
          <p:cNvCxnSpPr>
            <a:cxnSpLocks/>
            <a:stCxn id="17" idx="4"/>
            <a:endCxn id="91" idx="0"/>
          </p:cNvCxnSpPr>
          <p:nvPr/>
        </p:nvCxnSpPr>
        <p:spPr>
          <a:xfrm>
            <a:off x="3737571" y="2547169"/>
            <a:ext cx="1120427" cy="310260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5914398-B749-D556-30D6-8E2C4A8877B7}"/>
              </a:ext>
            </a:extLst>
          </p:cNvPr>
          <p:cNvCxnSpPr>
            <a:cxnSpLocks/>
            <a:stCxn id="78" idx="4"/>
            <a:endCxn id="59" idx="0"/>
          </p:cNvCxnSpPr>
          <p:nvPr/>
        </p:nvCxnSpPr>
        <p:spPr>
          <a:xfrm flipH="1">
            <a:off x="2933746" y="2474774"/>
            <a:ext cx="149493" cy="3011563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7EE77C6-8186-01C0-18BF-16B1BA5916A7}"/>
              </a:ext>
            </a:extLst>
          </p:cNvPr>
          <p:cNvSpPr txBox="1"/>
          <p:nvPr/>
        </p:nvSpPr>
        <p:spPr>
          <a:xfrm>
            <a:off x="136707" y="4055112"/>
            <a:ext cx="1180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Channels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3B81D1-F1E0-73E9-48A6-7B27D4449DDD}"/>
              </a:ext>
            </a:extLst>
          </p:cNvPr>
          <p:cNvSpPr txBox="1"/>
          <p:nvPr/>
        </p:nvSpPr>
        <p:spPr>
          <a:xfrm>
            <a:off x="7130004" y="4784050"/>
            <a:ext cx="2090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Legacy Adaptors</a:t>
            </a:r>
          </a:p>
        </p:txBody>
      </p:sp>
      <p:pic>
        <p:nvPicPr>
          <p:cNvPr id="1030" name="Picture 6" descr="Logos | Slack Official Digital Assets | Brandfolder">
            <a:extLst>
              <a:ext uri="{FF2B5EF4-FFF2-40B4-BE49-F238E27FC236}">
                <a16:creationId xmlns:a16="http://schemas.microsoft.com/office/drawing/2014/main" id="{236DB6AF-1F97-06F5-544B-62D4C66D0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7294" y="4792990"/>
            <a:ext cx="833750" cy="339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echat logo icon | Premium Vector">
            <a:extLst>
              <a:ext uri="{FF2B5EF4-FFF2-40B4-BE49-F238E27FC236}">
                <a16:creationId xmlns:a16="http://schemas.microsoft.com/office/drawing/2014/main" id="{E30A918B-DDAF-C7D4-E097-63D2DEAE4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531" y="4772667"/>
            <a:ext cx="374046" cy="374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19167AA-6AED-FE2B-4E4A-C58FC6B11727}"/>
              </a:ext>
            </a:extLst>
          </p:cNvPr>
          <p:cNvGrpSpPr/>
          <p:nvPr/>
        </p:nvGrpSpPr>
        <p:grpSpPr>
          <a:xfrm>
            <a:off x="9068023" y="4798706"/>
            <a:ext cx="847157" cy="361582"/>
            <a:chOff x="3095418" y="4856347"/>
            <a:chExt cx="847157" cy="361582"/>
          </a:xfrm>
        </p:grpSpPr>
        <p:pic>
          <p:nvPicPr>
            <p:cNvPr id="1028" name="Picture 4" descr="Email logo Images - Free Download on Freepik">
              <a:extLst>
                <a:ext uri="{FF2B5EF4-FFF2-40B4-BE49-F238E27FC236}">
                  <a16:creationId xmlns:a16="http://schemas.microsoft.com/office/drawing/2014/main" id="{3324065F-7787-7564-E8DA-22541E2BD2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18" y="4856347"/>
              <a:ext cx="321969" cy="3219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29FCFD9-DF12-16F9-32B0-3F0E48D5FE14}"/>
                </a:ext>
              </a:extLst>
            </p:cNvPr>
            <p:cNvSpPr txBox="1"/>
            <p:nvPr/>
          </p:nvSpPr>
          <p:spPr>
            <a:xfrm>
              <a:off x="3377881" y="4940930"/>
              <a:ext cx="56469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email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20CE19D-7BDE-73B2-D16D-DD0C7C267B12}"/>
              </a:ext>
            </a:extLst>
          </p:cNvPr>
          <p:cNvCxnSpPr>
            <a:cxnSpLocks/>
          </p:cNvCxnSpPr>
          <p:nvPr/>
        </p:nvCxnSpPr>
        <p:spPr>
          <a:xfrm>
            <a:off x="5453577" y="4686955"/>
            <a:ext cx="0" cy="71956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6610BB2-11D5-2D68-50A1-5AEFF166CBC0}"/>
              </a:ext>
            </a:extLst>
          </p:cNvPr>
          <p:cNvCxnSpPr>
            <a:cxnSpLocks/>
          </p:cNvCxnSpPr>
          <p:nvPr/>
        </p:nvCxnSpPr>
        <p:spPr>
          <a:xfrm>
            <a:off x="8120577" y="5139995"/>
            <a:ext cx="0" cy="27525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4A718C8-B575-F821-9026-5EEE082DE376}"/>
              </a:ext>
            </a:extLst>
          </p:cNvPr>
          <p:cNvCxnSpPr>
            <a:cxnSpLocks/>
          </p:cNvCxnSpPr>
          <p:nvPr/>
        </p:nvCxnSpPr>
        <p:spPr>
          <a:xfrm flipV="1">
            <a:off x="6658058" y="4584724"/>
            <a:ext cx="0" cy="1055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diagram of a robot&#10;&#10;AI-generated content may be incorrect.">
            <a:extLst>
              <a:ext uri="{FF2B5EF4-FFF2-40B4-BE49-F238E27FC236}">
                <a16:creationId xmlns:a16="http://schemas.microsoft.com/office/drawing/2014/main" id="{F3783845-0C3D-BF33-B10D-9EC7B4D6FE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463" y="1610412"/>
            <a:ext cx="1805833" cy="98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07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2098</TotalTime>
  <Words>126</Words>
  <Application>Microsoft Macintosh PowerPoint</Application>
  <PresentationFormat>Widescreen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Yannong Huang</dc:creator>
  <cp:lastModifiedBy>Yannong Huang</cp:lastModifiedBy>
  <cp:revision>128</cp:revision>
  <dcterms:created xsi:type="dcterms:W3CDTF">2025-08-08T17:20:56Z</dcterms:created>
  <dcterms:modified xsi:type="dcterms:W3CDTF">2025-12-28T06:13:40Z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239ad0b-fa24-4322-8927-f845569627f5_Enabled">
    <vt:lpwstr>true</vt:lpwstr>
  </property>
  <property fmtid="{D5CDD505-2E9C-101B-9397-08002B2CF9AE}" pid="3" name="MSIP_Label_8239ad0b-fa24-4322-8927-f845569627f5_SetDate">
    <vt:lpwstr>2025-08-08T17:50:40Z</vt:lpwstr>
  </property>
  <property fmtid="{D5CDD505-2E9C-101B-9397-08002B2CF9AE}" pid="4" name="MSIP_Label_8239ad0b-fa24-4322-8927-f845569627f5_Method">
    <vt:lpwstr>Standard</vt:lpwstr>
  </property>
  <property fmtid="{D5CDD505-2E9C-101B-9397-08002B2CF9AE}" pid="5" name="MSIP_Label_8239ad0b-fa24-4322-8927-f845569627f5_Name">
    <vt:lpwstr>Unclassified</vt:lpwstr>
  </property>
  <property fmtid="{D5CDD505-2E9C-101B-9397-08002B2CF9AE}" pid="6" name="MSIP_Label_8239ad0b-fa24-4322-8927-f845569627f5_SiteId">
    <vt:lpwstr>eec4568b-0892-43e7-bae2-8e579ea409d2</vt:lpwstr>
  </property>
  <property fmtid="{D5CDD505-2E9C-101B-9397-08002B2CF9AE}" pid="7" name="MSIP_Label_8239ad0b-fa24-4322-8927-f845569627f5_ActionId">
    <vt:lpwstr>b672988d-cbd5-4550-9321-dd6e9ccf7016</vt:lpwstr>
  </property>
  <property fmtid="{D5CDD505-2E9C-101B-9397-08002B2CF9AE}" pid="8" name="MSIP_Label_8239ad0b-fa24-4322-8927-f845569627f5_ContentBits">
    <vt:lpwstr>0</vt:lpwstr>
  </property>
  <property fmtid="{D5CDD505-2E9C-101B-9397-08002B2CF9AE}" pid="9" name="MSIP_Label_8239ad0b-fa24-4322-8927-f845569627f5_Tag">
    <vt:lpwstr>50, 3, 0, 1</vt:lpwstr>
  </property>
</Properties>
</file>